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9144000"/>
  <p:notesSz cx="6858000" cy="9144000"/>
  <p:embeddedFontLst>
    <p:embeddedFont>
      <p:font typeface="Quattrocento Sa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Z7MUFJbeZq3AH2zqSLQLE2ryL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QuattrocentoSans-boldItalic.fntdata"/><Relationship Id="rId10" Type="http://schemas.openxmlformats.org/officeDocument/2006/relationships/font" Target="fonts/QuattrocentoSans-italic.fntdata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Quattrocento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Quattrocento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https://www.youtube.com/watch?v=jVXgWGK9Kr8</a:t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ctrTitle"/>
          </p:nvPr>
        </p:nvSpPr>
        <p:spPr>
          <a:xfrm>
            <a:off x="1177505" y="1287560"/>
            <a:ext cx="678899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Quattrocento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subTitle"/>
          </p:nvPr>
        </p:nvSpPr>
        <p:spPr>
          <a:xfrm>
            <a:off x="1143000" y="3781865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6"/>
          <p:cNvSpPr txBox="1"/>
          <p:nvPr/>
        </p:nvSpPr>
        <p:spPr>
          <a:xfrm>
            <a:off x="1028701" y="111639"/>
            <a:ext cx="7226780" cy="69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USAFA ASTRO</a:t>
            </a:r>
            <a:endParaRPr/>
          </a:p>
        </p:txBody>
      </p:sp>
      <p:sp>
        <p:nvSpPr>
          <p:cNvPr id="23" name="Google Shape;23;p6"/>
          <p:cNvSpPr txBox="1"/>
          <p:nvPr/>
        </p:nvSpPr>
        <p:spPr>
          <a:xfrm>
            <a:off x="1143000" y="6288282"/>
            <a:ext cx="6858000" cy="501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ASTRO 331 – Space Systems Engineering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200025" y="1002506"/>
            <a:ext cx="8793015" cy="5227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1" type="ftr"/>
          </p:nvPr>
        </p:nvSpPr>
        <p:spPr>
          <a:xfrm>
            <a:off x="3028950" y="650169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3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3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1982756" y="-780225"/>
            <a:ext cx="5227553" cy="8793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 b="1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200025" y="1002506"/>
            <a:ext cx="8793015" cy="5227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5"/>
          <p:cNvSpPr txBox="1"/>
          <p:nvPr/>
        </p:nvSpPr>
        <p:spPr>
          <a:xfrm>
            <a:off x="8115301" y="72097"/>
            <a:ext cx="9704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Fall</a:t>
            </a:r>
            <a:endParaRPr/>
          </a:p>
        </p:txBody>
      </p:sp>
      <p:sp>
        <p:nvSpPr>
          <p:cNvPr id="15" name="Google Shape;15;p5"/>
          <p:cNvSpPr/>
          <p:nvPr/>
        </p:nvSpPr>
        <p:spPr>
          <a:xfrm>
            <a:off x="46364" y="855395"/>
            <a:ext cx="9039409" cy="59616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6365" y="18574"/>
            <a:ext cx="734686" cy="82748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>
            <p:ph type="ctrTitle"/>
          </p:nvPr>
        </p:nvSpPr>
        <p:spPr>
          <a:xfrm>
            <a:off x="1177505" y="1287560"/>
            <a:ext cx="678899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Quattrocento Sans"/>
              <a:buNone/>
            </a:pPr>
            <a:r>
              <a:rPr b="1" lang="en-US" sz="4800"/>
              <a:t>Lab 8 </a:t>
            </a:r>
            <a:r>
              <a:rPr lang="en-US" sz="4800"/>
              <a:t>3DOF RW Control</a:t>
            </a:r>
            <a:endParaRPr/>
          </a:p>
        </p:txBody>
      </p:sp>
      <p:sp>
        <p:nvSpPr>
          <p:cNvPr id="84" name="Google Shape;84;p1"/>
          <p:cNvSpPr txBox="1"/>
          <p:nvPr>
            <p:ph idx="1" type="subTitle"/>
          </p:nvPr>
        </p:nvSpPr>
        <p:spPr>
          <a:xfrm>
            <a:off x="1143000" y="3429000"/>
            <a:ext cx="6858000" cy="2316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30"/>
              <a:buNone/>
            </a:pPr>
            <a:r>
              <a:rPr b="1" lang="en-US" sz="3630"/>
              <a:t>2/3</a:t>
            </a:r>
            <a:r>
              <a:rPr b="1" lang="en-US" sz="3630"/>
              <a:t> Body Problem</a:t>
            </a:r>
            <a:endParaRPr sz="2520"/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t/>
            </a:r>
            <a:endParaRPr b="1" sz="2520"/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b="1" lang="en-US" sz="2520"/>
              <a:t>C2C Gowri Ramaprasad</a:t>
            </a:r>
            <a:endParaRPr sz="2520"/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b="1" lang="en-US" sz="2520"/>
              <a:t>C2C Derek Weissinger</a:t>
            </a:r>
            <a:endParaRPr b="1" sz="2520"/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b="1" lang="en-US" sz="2520"/>
              <a:t>C2C Owen Crawley</a:t>
            </a:r>
            <a:endParaRPr b="1" sz="2520"/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t/>
            </a:r>
            <a:endParaRPr b="1" sz="25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90" name="Google Shape;90;p3"/>
          <p:cNvSpPr txBox="1"/>
          <p:nvPr>
            <p:ph idx="1" type="body"/>
          </p:nvPr>
        </p:nvSpPr>
        <p:spPr>
          <a:xfrm>
            <a:off x="200025" y="1002506"/>
            <a:ext cx="8793015" cy="5722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Using the small air bearing table, develop a reaction wheel control system in 3 degrees of freedom (pitch, yaw, roll).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Develop a robust sensor fusion algorithm using gyroscopes, magnetometers and accelerometers to accurately determine attitude at any given state.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975" y="3683750"/>
            <a:ext cx="2280799" cy="304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7900" y="3683750"/>
            <a:ext cx="2280799" cy="304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lang="en-US"/>
              <a:t>Requirements</a:t>
            </a:r>
            <a:endParaRPr/>
          </a:p>
        </p:txBody>
      </p:sp>
      <p:sp>
        <p:nvSpPr>
          <p:cNvPr id="99" name="Google Shape;99;p4"/>
          <p:cNvSpPr txBox="1"/>
          <p:nvPr>
            <p:ph idx="1" type="body"/>
          </p:nvPr>
        </p:nvSpPr>
        <p:spPr>
          <a:xfrm>
            <a:off x="200025" y="1002506"/>
            <a:ext cx="8793015" cy="5227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Primary Requirements: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arenBoth"/>
            </a:pPr>
            <a:r>
              <a:rPr lang="en-US"/>
              <a:t>The system shall maintain a specified heading without visible jitter or drift.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Both"/>
            </a:pPr>
            <a:r>
              <a:rPr lang="en-US"/>
              <a:t>The system shall be able to determine true attitude +/- 1 degree in all 3 fundamental axes.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Both"/>
            </a:pPr>
            <a:r>
              <a:rPr lang="en-US"/>
              <a:t>The system shall automatically detect simulated or real wheel failure and compensate, still fulfilling above requirements.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Stretch Requirement: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arenBoth"/>
            </a:pPr>
            <a:r>
              <a:rPr lang="en-US"/>
              <a:t>The system shall slew to a series of 4 points following the optimal path, coming within +/- 1 degree of each point in all 3 </a:t>
            </a:r>
            <a:r>
              <a:rPr lang="en-US"/>
              <a:t>fundamental</a:t>
            </a:r>
            <a:r>
              <a:rPr lang="en-US"/>
              <a:t> axes.</a:t>
            </a:r>
            <a:endParaRPr/>
          </a:p>
        </p:txBody>
      </p:sp>
      <p:sp>
        <p:nvSpPr>
          <p:cNvPr id="100" name="Google Shape;100;p4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2025-07-17T17:53:42Z</dcterms:created>
  <dc:creator>Harris, Wyatt J Lt Col USAF USAFA DF/DFAS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0x01010079E104B47FA86644A46CA5C8803E74CD</vt:lpwstr>
  </property>
  <property fmtid="{D5CDD505-2E9C-101B-9397-08002B2CF9AE}" pid="3" name="MediaServiceImageTags">
    <vt:lpwstr/>
  </property>
</Properties>
</file>